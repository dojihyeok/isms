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9906000"/>
  <p:notesSz cx="6735750" cy="9866300"/>
  <p:embeddedFontLst>
    <p:embeddedFont>
      <p:font typeface="Arial Narrow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64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  <p:ext uri="GoogleSlidesCustomDataVersion2">
      <go:slidesCustomData xmlns:go="http://customooxmlschemas.google.com/" r:id="rId20" roundtripDataSignature="AMtx7mg+0tySkMbIUITPtK7Lz4ZZUL+p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166B9B-4723-4FF5-8368-77A160B8B927}">
  <a:tblStyle styleId="{C5166B9B-4723-4FF5-8368-77A160B8B9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64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08" orient="horz"/>
        <p:guide pos="2122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alNarrow-bold.fntdata"/><Relationship Id="rId16" Type="http://schemas.openxmlformats.org/officeDocument/2006/relationships/font" Target="fonts/ArialNarrow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ArialNarrow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ArialNarrow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95325" y="739775"/>
            <a:ext cx="534511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898525" y="4686300"/>
            <a:ext cx="4938713" cy="4440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695325" y="739775"/>
            <a:ext cx="534511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898525" y="4686300"/>
            <a:ext cx="4938713" cy="4440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953d5a94ac_2_0:notes"/>
          <p:cNvSpPr txBox="1"/>
          <p:nvPr>
            <p:ph idx="12" type="sldNum"/>
          </p:nvPr>
        </p:nvSpPr>
        <p:spPr>
          <a:xfrm>
            <a:off x="3816350" y="9372600"/>
            <a:ext cx="2919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g3953d5a94ac_2_0:notes"/>
          <p:cNvSpPr/>
          <p:nvPr>
            <p:ph idx="2" type="sldImg"/>
          </p:nvPr>
        </p:nvSpPr>
        <p:spPr>
          <a:xfrm>
            <a:off x="695325" y="739775"/>
            <a:ext cx="53451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g3953d5a94ac_2_0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53d5a94ac_2_12:notes"/>
          <p:cNvSpPr txBox="1"/>
          <p:nvPr>
            <p:ph idx="12" type="sldNum"/>
          </p:nvPr>
        </p:nvSpPr>
        <p:spPr>
          <a:xfrm>
            <a:off x="3816350" y="9372600"/>
            <a:ext cx="2919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g3953d5a94ac_2_12:notes"/>
          <p:cNvSpPr/>
          <p:nvPr>
            <p:ph idx="2" type="sldImg"/>
          </p:nvPr>
        </p:nvSpPr>
        <p:spPr>
          <a:xfrm>
            <a:off x="695325" y="739775"/>
            <a:ext cx="53451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g3953d5a94ac_2_12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9904a341c1_1_1:notes"/>
          <p:cNvSpPr txBox="1"/>
          <p:nvPr>
            <p:ph idx="12" type="sldNum"/>
          </p:nvPr>
        </p:nvSpPr>
        <p:spPr>
          <a:xfrm>
            <a:off x="3816350" y="9372600"/>
            <a:ext cx="2919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g39904a341c1_1_1:notes"/>
          <p:cNvSpPr/>
          <p:nvPr>
            <p:ph idx="2" type="sldImg"/>
          </p:nvPr>
        </p:nvSpPr>
        <p:spPr>
          <a:xfrm>
            <a:off x="695325" y="739775"/>
            <a:ext cx="53451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g39904a341c1_1_1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4:notes"/>
          <p:cNvSpPr/>
          <p:nvPr>
            <p:ph idx="2" type="sldImg"/>
          </p:nvPr>
        </p:nvSpPr>
        <p:spPr>
          <a:xfrm>
            <a:off x="695325" y="739775"/>
            <a:ext cx="534511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898525" y="4686300"/>
            <a:ext cx="4938713" cy="4440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695325" y="739775"/>
            <a:ext cx="534511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898525" y="4686300"/>
            <a:ext cx="4938713" cy="4440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695325" y="739775"/>
            <a:ext cx="534511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898525" y="4686300"/>
            <a:ext cx="4938713" cy="4440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904a341c1_1_36:notes"/>
          <p:cNvSpPr txBox="1"/>
          <p:nvPr>
            <p:ph idx="12" type="sldNum"/>
          </p:nvPr>
        </p:nvSpPr>
        <p:spPr>
          <a:xfrm>
            <a:off x="3816350" y="9372600"/>
            <a:ext cx="2919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g39904a341c1_1_36:notes"/>
          <p:cNvSpPr/>
          <p:nvPr>
            <p:ph idx="2" type="sldImg"/>
          </p:nvPr>
        </p:nvSpPr>
        <p:spPr>
          <a:xfrm>
            <a:off x="695325" y="739775"/>
            <a:ext cx="53451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9904a341c1_1_36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898525" y="4686300"/>
            <a:ext cx="4938713" cy="44402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695325" y="739775"/>
            <a:ext cx="534511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1">
  <p:cSld name="TITLE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/>
        </p:nvSpPr>
        <p:spPr>
          <a:xfrm>
            <a:off x="3794125" y="6550025"/>
            <a:ext cx="2311400" cy="23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b="0" i="0" lang="en-US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9"/>
          <p:cNvCxnSpPr/>
          <p:nvPr/>
        </p:nvCxnSpPr>
        <p:spPr>
          <a:xfrm>
            <a:off x="233363" y="6459538"/>
            <a:ext cx="9482137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" name="Google Shape;11;p9"/>
          <p:cNvSpPr txBox="1"/>
          <p:nvPr/>
        </p:nvSpPr>
        <p:spPr>
          <a:xfrm>
            <a:off x="188913" y="160338"/>
            <a:ext cx="219803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DMZ를 포함한 네트워크 구성도</a:t>
            </a:r>
            <a:endParaRPr/>
          </a:p>
        </p:txBody>
      </p:sp>
      <p:cxnSp>
        <p:nvCxnSpPr>
          <p:cNvPr id="12" name="Google Shape;12;p9"/>
          <p:cNvCxnSpPr/>
          <p:nvPr/>
        </p:nvCxnSpPr>
        <p:spPr>
          <a:xfrm>
            <a:off x="239713" y="404813"/>
            <a:ext cx="9475787" cy="0"/>
          </a:xfrm>
          <a:prstGeom prst="straightConnector1">
            <a:avLst/>
          </a:prstGeom>
          <a:noFill/>
          <a:ln cap="flat" cmpd="sng" w="19050">
            <a:solidFill>
              <a:srgbClr val="33339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9"/>
          <p:cNvGrpSpPr/>
          <p:nvPr/>
        </p:nvGrpSpPr>
        <p:grpSpPr>
          <a:xfrm>
            <a:off x="177800" y="-99392"/>
            <a:ext cx="9527728" cy="6912768"/>
            <a:chOff x="177800" y="-99392"/>
            <a:chExt cx="9527728" cy="6912768"/>
          </a:xfrm>
        </p:grpSpPr>
        <p:pic>
          <p:nvPicPr>
            <p:cNvPr id="14" name="Google Shape;14;p9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9129464" y="-99392"/>
              <a:ext cx="576064" cy="5758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9"/>
            <p:cNvSpPr txBox="1"/>
            <p:nvPr/>
          </p:nvSpPr>
          <p:spPr>
            <a:xfrm>
              <a:off x="177800" y="6536377"/>
              <a:ext cx="13188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MOIN, Inc.</a:t>
              </a:r>
              <a:endParaRPr b="1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jp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/>
        </p:nvSpPr>
        <p:spPr>
          <a:xfrm>
            <a:off x="1946275" y="1268413"/>
            <a:ext cx="5959475" cy="79216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35921">
              <a:srgbClr val="80808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DMZ를 포함한 네트워크 구성도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4395788" y="4003675"/>
            <a:ext cx="11333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Version 1.</a:t>
            </a:r>
            <a:r>
              <a:rPr b="1"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4480654" y="4581128"/>
            <a:ext cx="96532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</a:t>
            </a:r>
            <a:r>
              <a:rPr b="1"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1</a:t>
            </a:r>
            <a:r>
              <a:rPr b="1"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/>
          </a:p>
        </p:txBody>
      </p:sp>
      <p:pic>
        <p:nvPicPr>
          <p:cNvPr id="30" name="Google Shape;3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6398" y="5157192"/>
            <a:ext cx="793204" cy="79320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 txBox="1"/>
          <p:nvPr/>
        </p:nvSpPr>
        <p:spPr>
          <a:xfrm>
            <a:off x="4295720" y="5931197"/>
            <a:ext cx="13244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주식회사 모인</a:t>
            </a:r>
            <a:endParaRPr b="1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Google Shape;37;g3953d5a94ac_2_0"/>
          <p:cNvGraphicFramePr/>
          <p:nvPr/>
        </p:nvGraphicFramePr>
        <p:xfrm>
          <a:off x="539725" y="7443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{C5166B9B-4723-4FF5-8368-77A160B8B927}</a:tableStyleId>
              </a:tblPr>
              <a:tblGrid>
                <a:gridCol w="656775"/>
                <a:gridCol w="4577675"/>
                <a:gridCol w="1127675"/>
                <a:gridCol w="1128675"/>
                <a:gridCol w="1237500"/>
              </a:tblGrid>
              <a:tr h="311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no</a:t>
                      </a:r>
                      <a:endParaRPr sz="6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개정 내용 요약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버전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개정일자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담당자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AWS 구성 변동으로 네트워크 구성도 반영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1.2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2024.12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백지훈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11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오피스 네트워크 구성 및 DB접근통제 구성 변동으로 반영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1.3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2025.11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주상욱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3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" name="Google Shape;38;g3953d5a94ac_2_0"/>
          <p:cNvSpPr txBox="1"/>
          <p:nvPr/>
        </p:nvSpPr>
        <p:spPr>
          <a:xfrm>
            <a:off x="458288" y="328250"/>
            <a:ext cx="113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개정 이력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53d5a94ac_2_12"/>
          <p:cNvSpPr/>
          <p:nvPr/>
        </p:nvSpPr>
        <p:spPr>
          <a:xfrm>
            <a:off x="416496" y="548680"/>
            <a:ext cx="89550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전산 시스템 구성도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g3953d5a94ac_2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200" y="806830"/>
            <a:ext cx="8505020" cy="5630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904a341c1_1_1"/>
          <p:cNvSpPr/>
          <p:nvPr/>
        </p:nvSpPr>
        <p:spPr>
          <a:xfrm>
            <a:off x="416496" y="548680"/>
            <a:ext cx="89550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전산 시스템 구성도 - </a:t>
            </a:r>
            <a:r>
              <a:rPr b="1" lang="en-US">
                <a:latin typeface="Malgun Gothic"/>
                <a:ea typeface="Malgun Gothic"/>
                <a:cs typeface="Malgun Gothic"/>
                <a:sym typeface="Malgun Gothic"/>
              </a:rPr>
              <a:t>망 구분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2" name="Google Shape;52;g39904a341c1_1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200" y="806830"/>
            <a:ext cx="8505020" cy="56307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9904a341c1_1_1"/>
          <p:cNvSpPr/>
          <p:nvPr/>
        </p:nvSpPr>
        <p:spPr>
          <a:xfrm>
            <a:off x="5827075" y="2020775"/>
            <a:ext cx="2583000" cy="779100"/>
          </a:xfrm>
          <a:prstGeom prst="rect">
            <a:avLst/>
          </a:prstGeom>
          <a:solidFill>
            <a:srgbClr val="2238DA">
              <a:alpha val="40000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운영망</a:t>
            </a:r>
            <a:endParaRPr b="0" i="0" sz="10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g39904a341c1_1_1"/>
          <p:cNvSpPr/>
          <p:nvPr/>
        </p:nvSpPr>
        <p:spPr>
          <a:xfrm>
            <a:off x="2533475" y="3110875"/>
            <a:ext cx="5759100" cy="2982900"/>
          </a:xfrm>
          <a:prstGeom prst="rect">
            <a:avLst/>
          </a:prstGeom>
          <a:solidFill>
            <a:srgbClr val="2238DA">
              <a:alpha val="40000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운영망</a:t>
            </a:r>
            <a:endParaRPr b="0" i="0" sz="10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g39904a341c1_1_1"/>
          <p:cNvSpPr/>
          <p:nvPr/>
        </p:nvSpPr>
        <p:spPr>
          <a:xfrm>
            <a:off x="1860475" y="4576450"/>
            <a:ext cx="672900" cy="1517400"/>
          </a:xfrm>
          <a:prstGeom prst="rect">
            <a:avLst/>
          </a:prstGeom>
          <a:solidFill>
            <a:srgbClr val="2238DA">
              <a:alpha val="40000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운영망</a:t>
            </a:r>
            <a:endParaRPr b="0" i="0" sz="10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g39904a341c1_1_1"/>
          <p:cNvSpPr/>
          <p:nvPr/>
        </p:nvSpPr>
        <p:spPr>
          <a:xfrm>
            <a:off x="1796225" y="3110875"/>
            <a:ext cx="737400" cy="1465500"/>
          </a:xfrm>
          <a:prstGeom prst="rect">
            <a:avLst/>
          </a:prstGeom>
          <a:solidFill>
            <a:srgbClr val="2ADA3F">
              <a:alpha val="40000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인터넷 망</a:t>
            </a:r>
            <a:br>
              <a:rPr b="0" i="0" lang="en-US" sz="10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(DMZ)</a:t>
            </a:r>
            <a:endParaRPr b="0" i="0" sz="10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g39904a341c1_1_1"/>
          <p:cNvSpPr/>
          <p:nvPr/>
        </p:nvSpPr>
        <p:spPr>
          <a:xfrm>
            <a:off x="1991950" y="2082850"/>
            <a:ext cx="1088700" cy="651300"/>
          </a:xfrm>
          <a:prstGeom prst="rect">
            <a:avLst/>
          </a:prstGeom>
          <a:solidFill>
            <a:srgbClr val="2ADA3F">
              <a:alpha val="40000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인터넷 망</a:t>
            </a:r>
            <a:endParaRPr b="0" i="0" sz="10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g39904a341c1_1_1"/>
          <p:cNvSpPr/>
          <p:nvPr/>
        </p:nvSpPr>
        <p:spPr>
          <a:xfrm>
            <a:off x="3124250" y="2112000"/>
            <a:ext cx="644700" cy="308100"/>
          </a:xfrm>
          <a:prstGeom prst="rect">
            <a:avLst/>
          </a:prstGeom>
          <a:solidFill>
            <a:srgbClr val="9F59DA">
              <a:alpha val="40000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업무망</a:t>
            </a:r>
            <a:endParaRPr b="0" i="0" sz="10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g39904a341c1_1_1"/>
          <p:cNvSpPr/>
          <p:nvPr/>
        </p:nvSpPr>
        <p:spPr>
          <a:xfrm>
            <a:off x="3120243" y="2444967"/>
            <a:ext cx="644700" cy="308100"/>
          </a:xfrm>
          <a:prstGeom prst="rect">
            <a:avLst/>
          </a:prstGeom>
          <a:solidFill>
            <a:srgbClr val="2238DA">
              <a:alpha val="40000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운영망</a:t>
            </a:r>
            <a:endParaRPr b="0" i="0" sz="10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g39904a341c1_1_1"/>
          <p:cNvSpPr/>
          <p:nvPr/>
        </p:nvSpPr>
        <p:spPr>
          <a:xfrm>
            <a:off x="3667925" y="863275"/>
            <a:ext cx="985800" cy="892500"/>
          </a:xfrm>
          <a:prstGeom prst="rect">
            <a:avLst/>
          </a:prstGeom>
          <a:solidFill>
            <a:srgbClr val="2ADA3F">
              <a:alpha val="40000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개발환경</a:t>
            </a:r>
            <a:endParaRPr b="0" i="0" sz="10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g39904a341c1_1_1"/>
          <p:cNvSpPr/>
          <p:nvPr/>
        </p:nvSpPr>
        <p:spPr>
          <a:xfrm>
            <a:off x="985099" y="2981125"/>
            <a:ext cx="705900" cy="3242400"/>
          </a:xfrm>
          <a:prstGeom prst="rect">
            <a:avLst/>
          </a:prstGeom>
          <a:solidFill>
            <a:srgbClr val="2ADA3F">
              <a:alpha val="40000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인터넷 망</a:t>
            </a:r>
            <a:endParaRPr b="0" i="0" sz="10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computer&#10;&#10;Description automatically generated with medium confidence" id="67" name="Google Shape;67;p4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344488" y="945487"/>
            <a:ext cx="9404341" cy="536383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416496" y="548680"/>
            <a:ext cx="8955087" cy="373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전산 시스템 구성도 – 주요 프로그램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2000672" y="4437112"/>
            <a:ext cx="1008112" cy="1584176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PG API</a:t>
            </a:r>
            <a:b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PG 관리자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080792" y="4437112"/>
            <a:ext cx="432048" cy="1584176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PG DB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473280" y="2564904"/>
            <a:ext cx="648072" cy="1584176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소액 송금 DB</a:t>
            </a:r>
            <a:b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코어 송금 DB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537176" y="2564904"/>
            <a:ext cx="923223" cy="1584176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소액 송금 API</a:t>
            </a:r>
            <a:b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코어 송금 API</a:t>
            </a:r>
            <a:b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소액 송금 관리자</a:t>
            </a:r>
            <a:b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783162" y="2564904"/>
            <a:ext cx="648072" cy="1584176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모니터링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DB접근통제</a:t>
            </a:r>
            <a:endParaRPr sz="600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512851" y="2564900"/>
            <a:ext cx="687300" cy="792000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Server IPS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113240" y="1268760"/>
            <a:ext cx="1152128" cy="792088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대외기관 중개서버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computer&#10;&#10;Description automatically generated with medium confidence" id="81" name="Google Shape;81;p5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344488" y="945487"/>
            <a:ext cx="9404341" cy="536383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416496" y="548680"/>
            <a:ext cx="8955087" cy="373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전산 시스템 구성도 – 프로그램 접근 경로 - 고객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16496" y="2420888"/>
            <a:ext cx="576064" cy="720080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고객 단말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928664" y="2780928"/>
            <a:ext cx="432048" cy="1080120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LB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897216" y="2780928"/>
            <a:ext cx="504056" cy="576064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고객용 API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1640632" y="3861048"/>
            <a:ext cx="720080" cy="288032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고객용 웹 페이지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7" name="Google Shape;87;p5"/>
          <p:cNvCxnSpPr/>
          <p:nvPr/>
        </p:nvCxnSpPr>
        <p:spPr>
          <a:xfrm>
            <a:off x="1064568" y="2708920"/>
            <a:ext cx="576064" cy="144016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8" name="Google Shape;88;p5"/>
          <p:cNvCxnSpPr/>
          <p:nvPr/>
        </p:nvCxnSpPr>
        <p:spPr>
          <a:xfrm>
            <a:off x="1784648" y="2859856"/>
            <a:ext cx="288032" cy="137096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" name="Google Shape;89;p5"/>
          <p:cNvCxnSpPr/>
          <p:nvPr/>
        </p:nvCxnSpPr>
        <p:spPr>
          <a:xfrm>
            <a:off x="2072680" y="3199158"/>
            <a:ext cx="0" cy="30185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" name="Google Shape;90;p5"/>
          <p:cNvCxnSpPr/>
          <p:nvPr/>
        </p:nvCxnSpPr>
        <p:spPr>
          <a:xfrm flipH="1" rot="10800000">
            <a:off x="2216696" y="3320988"/>
            <a:ext cx="3096344" cy="31886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" name="Google Shape;91;p5"/>
          <p:cNvCxnSpPr/>
          <p:nvPr/>
        </p:nvCxnSpPr>
        <p:spPr>
          <a:xfrm flipH="1" rot="10800000">
            <a:off x="5572365" y="3068960"/>
            <a:ext cx="820795" cy="23143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" name="Google Shape;92;p5"/>
          <p:cNvSpPr/>
          <p:nvPr/>
        </p:nvSpPr>
        <p:spPr>
          <a:xfrm>
            <a:off x="6347261" y="2810023"/>
            <a:ext cx="432048" cy="1080120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LB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3" name="Google Shape;93;p5"/>
          <p:cNvCxnSpPr/>
          <p:nvPr/>
        </p:nvCxnSpPr>
        <p:spPr>
          <a:xfrm flipH="1">
            <a:off x="6537176" y="3256687"/>
            <a:ext cx="43301" cy="316329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" name="Google Shape;94;p5"/>
          <p:cNvCxnSpPr>
            <a:endCxn id="85" idx="1"/>
          </p:cNvCxnSpPr>
          <p:nvPr/>
        </p:nvCxnSpPr>
        <p:spPr>
          <a:xfrm flipH="1" rot="10800000">
            <a:off x="6681216" y="3068960"/>
            <a:ext cx="216000" cy="570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" name="Google Shape;95;p5"/>
          <p:cNvSpPr/>
          <p:nvPr/>
        </p:nvSpPr>
        <p:spPr>
          <a:xfrm>
            <a:off x="1737831" y="4670408"/>
            <a:ext cx="432048" cy="1080120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PG LB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2360712" y="4686552"/>
            <a:ext cx="504056" cy="576064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고객용 API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7" name="Google Shape;97;p5"/>
          <p:cNvCxnSpPr/>
          <p:nvPr/>
        </p:nvCxnSpPr>
        <p:spPr>
          <a:xfrm>
            <a:off x="1732127" y="2939175"/>
            <a:ext cx="124529" cy="921873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" name="Google Shape;98;p5"/>
          <p:cNvCxnSpPr/>
          <p:nvPr/>
        </p:nvCxnSpPr>
        <p:spPr>
          <a:xfrm flipH="1">
            <a:off x="1948151" y="3429000"/>
            <a:ext cx="3364889" cy="144016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" name="Google Shape;99;p5"/>
          <p:cNvCxnSpPr/>
          <p:nvPr/>
        </p:nvCxnSpPr>
        <p:spPr>
          <a:xfrm flipH="1" rot="10800000">
            <a:off x="2046419" y="5087123"/>
            <a:ext cx="314293" cy="36770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" name="Google Shape;100;p5"/>
          <p:cNvCxnSpPr/>
          <p:nvPr/>
        </p:nvCxnSpPr>
        <p:spPr>
          <a:xfrm flipH="1">
            <a:off x="1957371" y="5052303"/>
            <a:ext cx="43301" cy="316329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416496" y="548680"/>
            <a:ext cx="8955087" cy="373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전산 시스템 구성도 – 프로그램 접근 경로 - 관리자</a:t>
            </a:r>
            <a:endParaRPr b="1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035393" y="1152407"/>
            <a:ext cx="477447" cy="418230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관리자 단말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916703" y="3361890"/>
            <a:ext cx="504056" cy="576064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관리자용 API/웹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9" name="Google Shape;109;p6"/>
          <p:cNvCxnSpPr/>
          <p:nvPr/>
        </p:nvCxnSpPr>
        <p:spPr>
          <a:xfrm>
            <a:off x="3512840" y="1390617"/>
            <a:ext cx="792088" cy="7200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6"/>
          <p:cNvCxnSpPr/>
          <p:nvPr/>
        </p:nvCxnSpPr>
        <p:spPr>
          <a:xfrm>
            <a:off x="4606007" y="1575455"/>
            <a:ext cx="779041" cy="1562064"/>
          </a:xfrm>
          <a:prstGeom prst="straightConnector1">
            <a:avLst/>
          </a:prstGeom>
          <a:noFill/>
          <a:ln cap="flat" cmpd="sng" w="9525">
            <a:solidFill>
              <a:srgbClr val="2ADA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" name="Google Shape;111;p6"/>
          <p:cNvCxnSpPr/>
          <p:nvPr/>
        </p:nvCxnSpPr>
        <p:spPr>
          <a:xfrm flipH="1" rot="10800000">
            <a:off x="5572365" y="3068960"/>
            <a:ext cx="820795" cy="23143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" name="Google Shape;112;p6"/>
          <p:cNvSpPr/>
          <p:nvPr/>
        </p:nvSpPr>
        <p:spPr>
          <a:xfrm>
            <a:off x="6347261" y="2810023"/>
            <a:ext cx="432048" cy="1080120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LB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3" name="Google Shape;113;p6"/>
          <p:cNvCxnSpPr/>
          <p:nvPr/>
        </p:nvCxnSpPr>
        <p:spPr>
          <a:xfrm flipH="1">
            <a:off x="6537176" y="3256687"/>
            <a:ext cx="43301" cy="316329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4" name="Google Shape;114;p6"/>
          <p:cNvCxnSpPr>
            <a:endCxn id="108" idx="1"/>
          </p:cNvCxnSpPr>
          <p:nvPr/>
        </p:nvCxnSpPr>
        <p:spPr>
          <a:xfrm>
            <a:off x="6689903" y="3649922"/>
            <a:ext cx="2268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6"/>
          <p:cNvSpPr/>
          <p:nvPr/>
        </p:nvSpPr>
        <p:spPr>
          <a:xfrm>
            <a:off x="1737831" y="4670408"/>
            <a:ext cx="432048" cy="1080120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PG LB</a:t>
            </a:r>
            <a:endParaRPr b="0" i="0" sz="600" u="none" cap="none" strike="noStrike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6" name="Google Shape;116;p6"/>
          <p:cNvCxnSpPr/>
          <p:nvPr/>
        </p:nvCxnSpPr>
        <p:spPr>
          <a:xfrm flipH="1">
            <a:off x="1948151" y="3429000"/>
            <a:ext cx="3364889" cy="144016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" name="Google Shape;117;p6"/>
          <p:cNvCxnSpPr/>
          <p:nvPr/>
        </p:nvCxnSpPr>
        <p:spPr>
          <a:xfrm>
            <a:off x="2046419" y="5454830"/>
            <a:ext cx="341414" cy="9197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" name="Google Shape;118;p6"/>
          <p:cNvCxnSpPr/>
          <p:nvPr/>
        </p:nvCxnSpPr>
        <p:spPr>
          <a:xfrm flipH="1">
            <a:off x="1957371" y="5052303"/>
            <a:ext cx="43301" cy="316329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9" name="Google Shape;119;p6"/>
          <p:cNvSpPr txBox="1"/>
          <p:nvPr/>
        </p:nvSpPr>
        <p:spPr>
          <a:xfrm>
            <a:off x="4707580" y="2217987"/>
            <a:ext cx="4908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</a:t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2366489" y="5258776"/>
            <a:ext cx="504056" cy="576064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관리자용 API/웹</a:t>
            </a:r>
            <a:endParaRPr sz="600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diagram of a computer&#10;&#10;Description automatically generated with medium confidence" id="121" name="Google Shape;121;p6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344488" y="945487"/>
            <a:ext cx="9404341" cy="5363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computer&#10;&#10;Description automatically generated with medium confidence" id="127" name="Google Shape;127;g39904a341c1_1_36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344488" y="945487"/>
            <a:ext cx="9404344" cy="536383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9904a341c1_1_36"/>
          <p:cNvSpPr/>
          <p:nvPr/>
        </p:nvSpPr>
        <p:spPr>
          <a:xfrm>
            <a:off x="416496" y="548680"/>
            <a:ext cx="89550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전산 시스템 구성도 – DB 접근 경로 - 전산요원</a:t>
            </a:r>
            <a:endParaRPr b="1" sz="12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g39904a341c1_1_36"/>
          <p:cNvSpPr/>
          <p:nvPr/>
        </p:nvSpPr>
        <p:spPr>
          <a:xfrm>
            <a:off x="2936776" y="1462625"/>
            <a:ext cx="567900" cy="418200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전산요원</a:t>
            </a:r>
            <a:br>
              <a:rPr lang="en-US" sz="600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00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단말</a:t>
            </a:r>
            <a:endParaRPr sz="600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0" name="Google Shape;130;g39904a341c1_1_36"/>
          <p:cNvCxnSpPr>
            <a:stCxn id="129" idx="3"/>
          </p:cNvCxnSpPr>
          <p:nvPr/>
        </p:nvCxnSpPr>
        <p:spPr>
          <a:xfrm flipH="1" rot="10800000">
            <a:off x="3504676" y="1462625"/>
            <a:ext cx="800400" cy="209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" name="Google Shape;131;g39904a341c1_1_36"/>
          <p:cNvCxnSpPr/>
          <p:nvPr/>
        </p:nvCxnSpPr>
        <p:spPr>
          <a:xfrm>
            <a:off x="4606007" y="1575455"/>
            <a:ext cx="779100" cy="1562100"/>
          </a:xfrm>
          <a:prstGeom prst="straightConnector1">
            <a:avLst/>
          </a:prstGeom>
          <a:noFill/>
          <a:ln cap="flat" cmpd="sng" w="9525">
            <a:solidFill>
              <a:srgbClr val="2ADA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" name="Google Shape;132;g39904a341c1_1_36"/>
          <p:cNvCxnSpPr/>
          <p:nvPr/>
        </p:nvCxnSpPr>
        <p:spPr>
          <a:xfrm flipH="1">
            <a:off x="5551125" y="3018800"/>
            <a:ext cx="3269700" cy="174000"/>
          </a:xfrm>
          <a:prstGeom prst="straightConnector1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" name="Google Shape;133;g39904a341c1_1_36"/>
          <p:cNvCxnSpPr/>
          <p:nvPr/>
        </p:nvCxnSpPr>
        <p:spPr>
          <a:xfrm flipH="1" rot="10800000">
            <a:off x="5587825" y="2853925"/>
            <a:ext cx="3242400" cy="311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" name="Google Shape;134;g39904a341c1_1_36"/>
          <p:cNvSpPr txBox="1"/>
          <p:nvPr/>
        </p:nvSpPr>
        <p:spPr>
          <a:xfrm>
            <a:off x="4707580" y="2217987"/>
            <a:ext cx="490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VPN</a:t>
            </a:r>
            <a:endParaRPr/>
          </a:p>
        </p:txBody>
      </p:sp>
      <p:sp>
        <p:nvSpPr>
          <p:cNvPr id="135" name="Google Shape;135;g39904a341c1_1_36"/>
          <p:cNvSpPr/>
          <p:nvPr/>
        </p:nvSpPr>
        <p:spPr>
          <a:xfrm>
            <a:off x="8817550" y="2561452"/>
            <a:ext cx="635100" cy="1562100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br>
              <a:rPr lang="en-US" sz="600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00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접근통제</a:t>
            </a:r>
            <a:endParaRPr sz="600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g39904a341c1_1_36"/>
          <p:cNvSpPr/>
          <p:nvPr/>
        </p:nvSpPr>
        <p:spPr>
          <a:xfrm>
            <a:off x="7535378" y="2561454"/>
            <a:ext cx="585900" cy="1562100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endParaRPr sz="600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g39904a341c1_1_36"/>
          <p:cNvSpPr/>
          <p:nvPr/>
        </p:nvSpPr>
        <p:spPr>
          <a:xfrm>
            <a:off x="2964099" y="4477751"/>
            <a:ext cx="585900" cy="1562100"/>
          </a:xfrm>
          <a:prstGeom prst="rect">
            <a:avLst/>
          </a:prstGeom>
          <a:solidFill>
            <a:srgbClr val="00CC99">
              <a:alpha val="12549"/>
            </a:srgbClr>
          </a:solidFill>
          <a:ln cap="flat" cmpd="sng" w="9525">
            <a:solidFill>
              <a:srgbClr val="0056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endParaRPr sz="600">
              <a:solidFill>
                <a:schemeClr val="lt1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g39904a341c1_1_36"/>
          <p:cNvSpPr txBox="1"/>
          <p:nvPr/>
        </p:nvSpPr>
        <p:spPr>
          <a:xfrm>
            <a:off x="6472492" y="3138139"/>
            <a:ext cx="55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Proxy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9" name="Google Shape;139;g39904a341c1_1_36"/>
          <p:cNvCxnSpPr/>
          <p:nvPr/>
        </p:nvCxnSpPr>
        <p:spPr>
          <a:xfrm flipH="1" rot="10800000">
            <a:off x="5512883" y="3208059"/>
            <a:ext cx="2022600" cy="64500"/>
          </a:xfrm>
          <a:prstGeom prst="straightConnector1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" name="Google Shape;140;g39904a341c1_1_36"/>
          <p:cNvSpPr txBox="1"/>
          <p:nvPr/>
        </p:nvSpPr>
        <p:spPr>
          <a:xfrm>
            <a:off x="8193561" y="2931147"/>
            <a:ext cx="55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Proxy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1" name="Google Shape;141;g39904a341c1_1_36"/>
          <p:cNvCxnSpPr>
            <a:endCxn id="137" idx="3"/>
          </p:cNvCxnSpPr>
          <p:nvPr/>
        </p:nvCxnSpPr>
        <p:spPr>
          <a:xfrm flipH="1">
            <a:off x="3549999" y="3422801"/>
            <a:ext cx="1852500" cy="1836000"/>
          </a:xfrm>
          <a:prstGeom prst="straightConnector1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g39904a341c1_1_36"/>
          <p:cNvSpPr txBox="1"/>
          <p:nvPr/>
        </p:nvSpPr>
        <p:spPr>
          <a:xfrm>
            <a:off x="4200463" y="4142899"/>
            <a:ext cx="55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Proxy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416496" y="564848"/>
            <a:ext cx="8955087" cy="373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사무실 상세 네트워크 구성도</a:t>
            </a:r>
            <a:endParaRPr b="1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8" name="Google Shape;148;p8"/>
          <p:cNvCxnSpPr>
            <a:stCxn id="149" idx="3"/>
            <a:endCxn id="150" idx="0"/>
          </p:cNvCxnSpPr>
          <p:nvPr/>
        </p:nvCxnSpPr>
        <p:spPr>
          <a:xfrm>
            <a:off x="6449381" y="3143522"/>
            <a:ext cx="2387400" cy="35400"/>
          </a:xfrm>
          <a:prstGeom prst="bentConnector2">
            <a:avLst/>
          </a:prstGeom>
          <a:noFill/>
          <a:ln cap="flat" cmpd="sng" w="9525">
            <a:solidFill>
              <a:srgbClr val="948A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8"/>
          <p:cNvSpPr/>
          <p:nvPr/>
        </p:nvSpPr>
        <p:spPr>
          <a:xfrm>
            <a:off x="6030164" y="2666531"/>
            <a:ext cx="3341420" cy="1698575"/>
          </a:xfrm>
          <a:prstGeom prst="rect">
            <a:avLst/>
          </a:prstGeom>
          <a:noFill/>
          <a:ln cap="flat" cmpd="sng" w="12700">
            <a:solidFill>
              <a:srgbClr val="948A5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030166" y="2451939"/>
            <a:ext cx="3341421" cy="200890"/>
          </a:xfrm>
          <a:prstGeom prst="rect">
            <a:avLst/>
          </a:prstGeom>
          <a:solidFill>
            <a:srgbClr val="948A54"/>
          </a:solidFill>
          <a:ln cap="flat" cmpd="sng" w="12700">
            <a:solidFill>
              <a:srgbClr val="948A5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전산요원 업무공간</a:t>
            </a:r>
            <a:endParaRPr/>
          </a:p>
        </p:txBody>
      </p:sp>
      <p:pic>
        <p:nvPicPr>
          <p:cNvPr descr="Workgroup_Switch" id="153" name="Google Shape;1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551" y="3054993"/>
            <a:ext cx="265113" cy="1602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8"/>
          <p:cNvCxnSpPr>
            <a:stCxn id="155" idx="3"/>
            <a:endCxn id="149" idx="1"/>
          </p:cNvCxnSpPr>
          <p:nvPr/>
        </p:nvCxnSpPr>
        <p:spPr>
          <a:xfrm>
            <a:off x="4743717" y="3141620"/>
            <a:ext cx="1482900" cy="18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8"/>
          <p:cNvSpPr txBox="1"/>
          <p:nvPr/>
        </p:nvSpPr>
        <p:spPr>
          <a:xfrm>
            <a:off x="1663184" y="3896506"/>
            <a:ext cx="4366981" cy="215444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IPSec VPN 통신 보안 구간</a:t>
            </a:r>
            <a:endParaRPr/>
          </a:p>
        </p:txBody>
      </p:sp>
      <p:pic>
        <p:nvPicPr>
          <p:cNvPr id="157" name="Google Shape;15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2368" y="3188703"/>
            <a:ext cx="252914" cy="170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3300" y="3188703"/>
            <a:ext cx="252914" cy="170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2344" y="3184597"/>
            <a:ext cx="252914" cy="170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1388" y="3184597"/>
            <a:ext cx="252914" cy="1709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8"/>
          <p:cNvCxnSpPr>
            <a:stCxn id="159" idx="0"/>
          </p:cNvCxnSpPr>
          <p:nvPr/>
        </p:nvCxnSpPr>
        <p:spPr>
          <a:xfrm rot="10800000">
            <a:off x="8078801" y="3143497"/>
            <a:ext cx="0" cy="41100"/>
          </a:xfrm>
          <a:prstGeom prst="straightConnector1">
            <a:avLst/>
          </a:prstGeom>
          <a:noFill/>
          <a:ln cap="flat" cmpd="sng" w="9525">
            <a:solidFill>
              <a:srgbClr val="948A5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8"/>
          <p:cNvCxnSpPr/>
          <p:nvPr/>
        </p:nvCxnSpPr>
        <p:spPr>
          <a:xfrm rot="10800000">
            <a:off x="7681245" y="3143522"/>
            <a:ext cx="0" cy="41075"/>
          </a:xfrm>
          <a:prstGeom prst="straightConnector1">
            <a:avLst/>
          </a:prstGeom>
          <a:noFill/>
          <a:ln cap="flat" cmpd="sng" w="9525">
            <a:solidFill>
              <a:srgbClr val="948A5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8"/>
          <p:cNvCxnSpPr/>
          <p:nvPr/>
        </p:nvCxnSpPr>
        <p:spPr>
          <a:xfrm rot="10800000">
            <a:off x="7353600" y="3143522"/>
            <a:ext cx="0" cy="41075"/>
          </a:xfrm>
          <a:prstGeom prst="straightConnector1">
            <a:avLst/>
          </a:prstGeom>
          <a:noFill/>
          <a:ln cap="flat" cmpd="sng" w="9525">
            <a:solidFill>
              <a:srgbClr val="948A5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con_color" id="149" name="Google Shape;14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6595" y="3025935"/>
            <a:ext cx="222786" cy="23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 txBox="1"/>
          <p:nvPr/>
        </p:nvSpPr>
        <p:spPr>
          <a:xfrm>
            <a:off x="7465221" y="3373388"/>
            <a:ext cx="1168910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서버접속 단말(전산요원)</a:t>
            </a:r>
            <a:endParaRPr sz="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0" name="Google Shape;15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10432" y="3178882"/>
            <a:ext cx="252914" cy="1709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" name="Google Shape;165;p8"/>
          <p:cNvCxnSpPr/>
          <p:nvPr/>
        </p:nvCxnSpPr>
        <p:spPr>
          <a:xfrm rot="10800000">
            <a:off x="8472446" y="3143522"/>
            <a:ext cx="0" cy="41075"/>
          </a:xfrm>
          <a:prstGeom prst="straightConnector1">
            <a:avLst/>
          </a:prstGeom>
          <a:noFill/>
          <a:ln cap="flat" cmpd="sng" w="9525">
            <a:solidFill>
              <a:srgbClr val="948A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8"/>
          <p:cNvSpPr txBox="1"/>
          <p:nvPr/>
        </p:nvSpPr>
        <p:spPr>
          <a:xfrm>
            <a:off x="6098649" y="3219149"/>
            <a:ext cx="49084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UTM</a:t>
            </a:r>
            <a:endParaRPr b="1" sz="10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490498" y="2624807"/>
            <a:ext cx="1464312" cy="1007478"/>
          </a:xfrm>
          <a:prstGeom prst="rect">
            <a:avLst/>
          </a:prstGeom>
          <a:noFill/>
          <a:ln cap="flat" cmpd="sng" w="12700">
            <a:solidFill>
              <a:srgbClr val="948A5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489708" y="2624171"/>
            <a:ext cx="1464791" cy="20089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948A5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건물 TPS실</a:t>
            </a:r>
            <a:endParaRPr/>
          </a:p>
        </p:txBody>
      </p:sp>
      <p:cxnSp>
        <p:nvCxnSpPr>
          <p:cNvPr id="169" name="Google Shape;169;p8"/>
          <p:cNvCxnSpPr>
            <a:stCxn id="170" idx="3"/>
            <a:endCxn id="171" idx="1"/>
          </p:cNvCxnSpPr>
          <p:nvPr/>
        </p:nvCxnSpPr>
        <p:spPr>
          <a:xfrm>
            <a:off x="2746338" y="3141620"/>
            <a:ext cx="943500" cy="30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8"/>
          <p:cNvSpPr txBox="1"/>
          <p:nvPr/>
        </p:nvSpPr>
        <p:spPr>
          <a:xfrm>
            <a:off x="2841950" y="3124611"/>
            <a:ext cx="7538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KT</a:t>
            </a: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통신사 광케이블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72012" y="2967808"/>
            <a:ext cx="1212376" cy="228650"/>
          </a:xfrm>
          <a:prstGeom prst="rect">
            <a:avLst/>
          </a:prstGeom>
          <a:solidFill>
            <a:srgbClr val="008000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IDC/AWS (TGW)</a:t>
            </a:r>
            <a:endParaRPr/>
          </a:p>
        </p:txBody>
      </p:sp>
      <p:grpSp>
        <p:nvGrpSpPr>
          <p:cNvPr id="174" name="Google Shape;174;p8"/>
          <p:cNvGrpSpPr/>
          <p:nvPr/>
        </p:nvGrpSpPr>
        <p:grpSpPr>
          <a:xfrm>
            <a:off x="2215941" y="2573899"/>
            <a:ext cx="566738" cy="1008112"/>
            <a:chOff x="2254838" y="4149080"/>
            <a:chExt cx="578990" cy="1479301"/>
          </a:xfrm>
        </p:grpSpPr>
        <p:pic>
          <p:nvPicPr>
            <p:cNvPr descr="cloud" id="175" name="Google Shape;175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54838" y="4149080"/>
              <a:ext cx="578990" cy="1479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8"/>
            <p:cNvSpPr txBox="1"/>
            <p:nvPr/>
          </p:nvSpPr>
          <p:spPr>
            <a:xfrm>
              <a:off x="2388003" y="4396348"/>
              <a:ext cx="408698" cy="1171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인</a:t>
              </a:r>
              <a:endParaRPr b="1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터</a:t>
              </a:r>
              <a:endParaRPr b="1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넷</a:t>
              </a:r>
              <a:endParaRPr b="1" sz="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71" name="Google Shape;17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89896" y="3044231"/>
            <a:ext cx="451386" cy="200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calDirector_Blue 복사본" id="155" name="Google Shape;15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37309" y="3034471"/>
            <a:ext cx="306408" cy="2142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8"/>
          <p:cNvCxnSpPr>
            <a:stCxn id="171" idx="3"/>
            <a:endCxn id="155" idx="1"/>
          </p:cNvCxnSpPr>
          <p:nvPr/>
        </p:nvCxnSpPr>
        <p:spPr>
          <a:xfrm flipH="1" rot="10800000">
            <a:off x="4141282" y="3141677"/>
            <a:ext cx="296100" cy="30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8"/>
          <p:cNvSpPr txBox="1"/>
          <p:nvPr/>
        </p:nvSpPr>
        <p:spPr>
          <a:xfrm>
            <a:off x="3510626" y="3269300"/>
            <a:ext cx="84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통신사 모뎀 (고유 IP할당)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4247797" y="3268203"/>
            <a:ext cx="7538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사무실 랜 분배기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6543125" y="3238385"/>
            <a:ext cx="75385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L2 스위치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5149604" y="3118381"/>
            <a:ext cx="7538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건물 배선 랜선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81" name="Google Shape;181;p8"/>
          <p:cNvCxnSpPr>
            <a:stCxn id="173" idx="3"/>
            <a:endCxn id="175" idx="1"/>
          </p:cNvCxnSpPr>
          <p:nvPr/>
        </p:nvCxnSpPr>
        <p:spPr>
          <a:xfrm flipH="1" rot="10800000">
            <a:off x="1684388" y="3077933"/>
            <a:ext cx="531600" cy="42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icon_color" id="182" name="Google Shape;18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3950" y="2967808"/>
            <a:ext cx="222786" cy="23517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 txBox="1"/>
          <p:nvPr/>
        </p:nvSpPr>
        <p:spPr>
          <a:xfrm>
            <a:off x="1436004" y="3161022"/>
            <a:ext cx="49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UTM</a:t>
            </a:r>
            <a:endParaRPr b="1" sz="105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657872" y="2440014"/>
            <a:ext cx="4367100" cy="1448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127930" y="2754244"/>
            <a:ext cx="1016416" cy="78658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127930" y="2748529"/>
            <a:ext cx="1016418" cy="20089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48A5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허브 랙</a:t>
            </a:r>
            <a:endParaRPr/>
          </a:p>
        </p:txBody>
      </p:sp>
      <p:cxnSp>
        <p:nvCxnSpPr>
          <p:cNvPr id="187" name="Google Shape;187;p8"/>
          <p:cNvCxnSpPr>
            <a:stCxn id="188" idx="3"/>
            <a:endCxn id="189" idx="0"/>
          </p:cNvCxnSpPr>
          <p:nvPr/>
        </p:nvCxnSpPr>
        <p:spPr>
          <a:xfrm>
            <a:off x="6985664" y="3772335"/>
            <a:ext cx="1864200" cy="66300"/>
          </a:xfrm>
          <a:prstGeom prst="bentConnector2">
            <a:avLst/>
          </a:prstGeom>
          <a:noFill/>
          <a:ln cap="flat" cmpd="sng" w="9525">
            <a:solidFill>
              <a:srgbClr val="948A5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0" name="Google Shape;1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5389" y="3848331"/>
            <a:ext cx="252914" cy="170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6321" y="3848331"/>
            <a:ext cx="252914" cy="170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5365" y="3844225"/>
            <a:ext cx="252914" cy="170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4409" y="3844225"/>
            <a:ext cx="252914" cy="17098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 txBox="1"/>
          <p:nvPr/>
        </p:nvSpPr>
        <p:spPr>
          <a:xfrm>
            <a:off x="7478242" y="4033016"/>
            <a:ext cx="877163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운영 단말</a:t>
            </a:r>
            <a:endParaRPr/>
          </a:p>
        </p:txBody>
      </p:sp>
      <p:pic>
        <p:nvPicPr>
          <p:cNvPr id="189" name="Google Shape;1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3453" y="3838510"/>
            <a:ext cx="252914" cy="1709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orkgroup_Switch" id="188" name="Google Shape;1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551" y="3692218"/>
            <a:ext cx="265113" cy="1602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8"/>
          <p:cNvCxnSpPr>
            <a:stCxn id="188" idx="3"/>
            <a:endCxn id="190" idx="0"/>
          </p:cNvCxnSpPr>
          <p:nvPr/>
        </p:nvCxnSpPr>
        <p:spPr>
          <a:xfrm>
            <a:off x="6985664" y="3772335"/>
            <a:ext cx="386100" cy="75900"/>
          </a:xfrm>
          <a:prstGeom prst="bentConnector2">
            <a:avLst/>
          </a:prstGeom>
          <a:noFill/>
          <a:ln cap="flat" cmpd="sng" w="9525">
            <a:solidFill>
              <a:srgbClr val="948A5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8"/>
          <p:cNvCxnSpPr>
            <a:stCxn id="188" idx="3"/>
            <a:endCxn id="192" idx="0"/>
          </p:cNvCxnSpPr>
          <p:nvPr/>
        </p:nvCxnSpPr>
        <p:spPr>
          <a:xfrm>
            <a:off x="6985664" y="3772335"/>
            <a:ext cx="1106100" cy="72000"/>
          </a:xfrm>
          <a:prstGeom prst="bentConnector2">
            <a:avLst/>
          </a:prstGeom>
          <a:noFill/>
          <a:ln cap="flat" cmpd="sng" w="9525">
            <a:solidFill>
              <a:srgbClr val="948A5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8"/>
          <p:cNvCxnSpPr>
            <a:stCxn id="188" idx="3"/>
            <a:endCxn id="191" idx="0"/>
          </p:cNvCxnSpPr>
          <p:nvPr/>
        </p:nvCxnSpPr>
        <p:spPr>
          <a:xfrm>
            <a:off x="6985664" y="3772335"/>
            <a:ext cx="727200" cy="75900"/>
          </a:xfrm>
          <a:prstGeom prst="bentConnector2">
            <a:avLst/>
          </a:prstGeom>
          <a:noFill/>
          <a:ln cap="flat" cmpd="sng" w="9525">
            <a:solidFill>
              <a:srgbClr val="948A5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8"/>
          <p:cNvCxnSpPr>
            <a:stCxn id="188" idx="3"/>
            <a:endCxn id="193" idx="0"/>
          </p:cNvCxnSpPr>
          <p:nvPr/>
        </p:nvCxnSpPr>
        <p:spPr>
          <a:xfrm>
            <a:off x="6985664" y="3772335"/>
            <a:ext cx="1485300" cy="72000"/>
          </a:xfrm>
          <a:prstGeom prst="bentConnector2">
            <a:avLst/>
          </a:prstGeom>
          <a:noFill/>
          <a:ln cap="flat" cmpd="sng" w="9525">
            <a:solidFill>
              <a:srgbClr val="948A5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8"/>
          <p:cNvCxnSpPr>
            <a:stCxn id="149" idx="3"/>
            <a:endCxn id="188" idx="1"/>
          </p:cNvCxnSpPr>
          <p:nvPr/>
        </p:nvCxnSpPr>
        <p:spPr>
          <a:xfrm>
            <a:off x="6449381" y="3143522"/>
            <a:ext cx="271200" cy="6288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rgbClr val="948A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8"/>
          <p:cNvSpPr txBox="1"/>
          <p:nvPr/>
        </p:nvSpPr>
        <p:spPr>
          <a:xfrm>
            <a:off x="6520718" y="3822389"/>
            <a:ext cx="75385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L2 스위치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1999-04-15T04:13:33Z</dcterms:created>
  <dc:creator>None</dc:creator>
</cp:coreProperties>
</file>